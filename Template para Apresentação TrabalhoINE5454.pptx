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9VzMDmlzUmrUf9xQTRntDeYE2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859351e56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859351e56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859351e56_0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4859351e56_0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4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"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2"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3"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4"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5"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6"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"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idx="1"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2"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2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"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3"/>
          <p:cNvSpPr txBox="1"/>
          <p:nvPr>
            <p:ph idx="3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4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idx="1"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2"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5"/>
          <p:cNvSpPr txBox="1"/>
          <p:nvPr>
            <p:ph idx="4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6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6"/>
          <p:cNvSpPr txBox="1"/>
          <p:nvPr>
            <p:ph idx="1"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6"/>
          <p:cNvSpPr txBox="1"/>
          <p:nvPr>
            <p:ph idx="2"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3"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6"/>
          <p:cNvSpPr txBox="1"/>
          <p:nvPr>
            <p:ph idx="4"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5"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6"/>
          <p:cNvSpPr txBox="1"/>
          <p:nvPr>
            <p:ph idx="6"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Modelo de apresentação dos trabalhos da disciplina INE5454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1523880" y="3602160"/>
            <a:ext cx="9143640" cy="30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&lt;Nomes &gt;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Obs.: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a ideia deste modelo é descrever o conteúdo que os grupos devem apresentar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este modelo não possui Design visual fixo. Cada grupo pode escolher o visual que desejar.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Este modelo possui 10 slides, mas o grupo pode explorar um número maior de slides desde que a apresentação não ultrapasse 20 minutos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38080" y="1825560"/>
            <a:ext cx="1068192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Apresentar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Domínio de problema escolhido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Descrever, em linhas rápidas, do que se trata o domínio (particularidades, entidades do mundo real envolvidas, quem se interessaria por uma aplicação neste domínio)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Dentro do domínio escolhido, o que se espera ao final do trabalho – descrever o cenário motivacional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Porque vocês escolheram este domínio de problema?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1549902" y="5715350"/>
            <a:ext cx="10281300" cy="9132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Lembrem-se: </a:t>
            </a:r>
            <a:endParaRPr b="0" sz="18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quem assiste, supostamente, </a:t>
            </a: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não sabe absolutamente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nada</a:t>
            </a: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sobre o trabalho que vocês fizeram, procurem ser claros e mostrar o máximo de informação possível durante </a:t>
            </a:r>
            <a:r>
              <a:rPr b="1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toda </a:t>
            </a:r>
            <a:r>
              <a:rPr b="0" lang="en-US" sz="1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apresentação!!!</a:t>
            </a:r>
            <a:endParaRPr b="0" sz="18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	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objetivo do trabalho é </a:t>
            </a:r>
            <a:endParaRPr/>
          </a:p>
          <a:p>
            <a: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○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receber como entrada X</a:t>
            </a:r>
            <a:endParaRPr/>
          </a:p>
          <a:p>
            <a: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○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endParaRPr/>
          </a:p>
          <a:p>
            <a:pPr indent="-406400" lvl="1" marL="9144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○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gerar como saída 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Exemplo dos dados de entrada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Mostrar exemplos (podem ser </a:t>
            </a:r>
            <a:r>
              <a:rPr b="0" i="1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 screens</a:t>
            </a: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que possibilite à turma entender com que tipo de dados vocês estão manipulando</a:t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prints das páginas HTML e algum trecho do código HTML delas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5839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Exemplo dos dados de saída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Mostrar exemplos (podem ser print screens) que possibilite à turma entender com que tipo de dados vocês geraram a partir da entrada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Mostrar os objetos JSON gerados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Descrição sobre o trabalho	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Apresente uma figura que mostre o fluxo descrito no slide 3, e que descreve o fluxo do que foi desenvolvido em seu trabalho</a:t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1" marL="6858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Mostrar o fluxo de desenvolvimento descrito no slide 3</a:t>
            </a:r>
            <a:endParaRPr b="0" i="0" sz="28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Descrição sobre o trabalho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8000" lnSpcReduction="20000"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lang="en-US" sz="2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Responder:</a:t>
            </a:r>
            <a:endParaRPr/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nome do seu crawler/extrator? Dêem um e coloquem como título deste slide e dos próximos onde irão falar dele</a:t>
            </a:r>
            <a:endParaRPr/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Infraestrutura tecnológica usada: Linguagem, pacotes, frameworks, plugins, etc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foi a abordagem e métodos usados?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os dados foram coletados/extraídos?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Quem estaria interessado em comprar os dados coletados/extraídos?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quais locais ou áreas geográficas os dados foram coletados/extra’dios? Qual o idioma considerado?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foi o formato de dados coletado/extraídos?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foram os atributos coletados/extraídos? Identificá-los como dados qualitativos, quantitativos ou ambos.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fontes de dados devem ser usadas para coletar/extrair informações? Listas as seeds – identificá-las e mostrar as que não eram seeds e que foram alcançadas.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quanto tempo os dados foram coletados (o escopo da coleta/extração de dados)?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da coleta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Análise dos resultados finais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838080" y="1537560"/>
            <a:ext cx="10515240" cy="2278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24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foi a interpretação final dos dados coletados/extraídos? </a:t>
            </a:r>
            <a:endParaRPr/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a relação de gráficos gerados, estatísticas ou análises descritivas daquilo que foi coletado.</a:t>
            </a:r>
            <a:endParaRPr/>
          </a:p>
          <a:p>
            <a:pPr indent="-228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Explica-los</a:t>
            </a:r>
            <a:endParaRPr/>
          </a:p>
          <a:p>
            <a:pPr indent="-101240" lvl="2" marL="11430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859351e56_0_0"/>
          <p:cNvSpPr txBox="1"/>
          <p:nvPr/>
        </p:nvSpPr>
        <p:spPr>
          <a:xfrm>
            <a:off x="838075" y="365050"/>
            <a:ext cx="112182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Gráficos que mostram características dos dados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4859351e56_0_0"/>
          <p:cNvSpPr txBox="1"/>
          <p:nvPr/>
        </p:nvSpPr>
        <p:spPr>
          <a:xfrm>
            <a:off x="838075" y="1796801"/>
            <a:ext cx="10515300" cy="4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dk1"/>
                </a:solidFill>
              </a:rPr>
              <a:t>Análise estrutural dos dados</a:t>
            </a:r>
            <a:endParaRPr sz="1250">
              <a:solidFill>
                <a:schemeClr val="dk1"/>
              </a:solidFill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Quais são os atributos (colunas/campos) disponíveis?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Quais são os tipos de dados (string, número, data, booleano etc.)?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Existem valores nulos ou ausentes?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Qual o tamanho médio das entradas (número de caracteres, por exemplo)?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Dados estão normalizados ou redundantes?</a:t>
            </a:r>
            <a:endParaRPr sz="15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dk1"/>
                </a:solidFill>
              </a:rPr>
              <a:t>Análise Estatística Descritiva</a:t>
            </a:r>
            <a:endParaRPr b="1" sz="130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Ajuda a entender a distribuição dos dados: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Frequência de valores únicos (ex.: top autores, top espécies</a:t>
            </a:r>
            <a:r>
              <a:rPr lang="en-US" sz="1550">
                <a:solidFill>
                  <a:schemeClr val="dk1"/>
                </a:solidFill>
              </a:rPr>
              <a:t>)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Média, mediana, moda, desvio padrão, mínimo e máximo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Distribuição de classes (no caso de variáveis categóricas)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Correlação entre atributos (se aplicável)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chemeClr val="dk1"/>
                </a:solidFill>
              </a:rPr>
              <a:t>Análise de Qualidade dos Dados</a:t>
            </a:r>
            <a:endParaRPr b="1" sz="130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Existem valores inconsistentes? (ex: nomes de autores escritos de formas diferentes)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Existem valores fora de padrão (outliers)?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Dados estão completos? Quais colunas têm muitos valores faltantes?</a:t>
            </a:r>
            <a:endParaRPr sz="1550">
              <a:solidFill>
                <a:schemeClr val="dk1"/>
              </a:solidFill>
            </a:endParaRPr>
          </a:p>
          <a:p>
            <a:pPr indent="-32702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•"/>
            </a:pPr>
            <a:r>
              <a:rPr lang="en-US" sz="1550">
                <a:solidFill>
                  <a:schemeClr val="dk1"/>
                </a:solidFill>
              </a:rPr>
              <a:t>Duplicatas ou dados repetidos?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859351e56_0_13"/>
          <p:cNvSpPr txBox="1"/>
          <p:nvPr/>
        </p:nvSpPr>
        <p:spPr>
          <a:xfrm>
            <a:off x="838075" y="365050"/>
            <a:ext cx="112182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Um </a:t>
            </a:r>
            <a:r>
              <a:rPr i="1" lang="en-US" sz="4400">
                <a:latin typeface="Calibri"/>
                <a:ea typeface="Calibri"/>
                <a:cs typeface="Calibri"/>
                <a:sym typeface="Calibri"/>
              </a:rPr>
              <a:t>print screen</a:t>
            </a: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 de um app que usaria esses dados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4859351e56_0_13"/>
          <p:cNvSpPr txBox="1"/>
          <p:nvPr/>
        </p:nvSpPr>
        <p:spPr>
          <a:xfrm>
            <a:off x="838075" y="1796801"/>
            <a:ext cx="10515300" cy="4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60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50"/>
              <a:buChar char="●"/>
            </a:pPr>
            <a:r>
              <a:rPr lang="en-US" sz="2250">
                <a:solidFill>
                  <a:schemeClr val="dk1"/>
                </a:solidFill>
              </a:rPr>
              <a:t>Para que os dados foram coletados? Mostre um app que usaria os dados que você coletou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Casos de falha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Onde o trabalho falhou?</a:t>
            </a:r>
            <a:endParaRPr/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foram as falhas do crawler (ou do extractor)? </a:t>
            </a:r>
            <a:endParaRPr/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ele não conseguiu “chegar”?  Ou, o que o extrator não conseguiu minerar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1" marL="685800" marR="0" rtl="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Quais os dados que ele coletou e que não deveria ter coletado? O extrator minerou coisas que não deveria? O que?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2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Conclusão	</a:t>
            </a:r>
            <a:endParaRPr b="0" sz="44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Maiores dificuldades encontradas no desenvolvimento do trabalho</a:t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24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que teriam feito diferente?</a:t>
            </a:r>
            <a:endParaRPr/>
          </a:p>
          <a:p>
            <a:pPr indent="-228240" lvl="0" marL="2286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trabalho tem potencial para ser algo visto com bons olhos pelo mercado? Porque? O que faltaria desenvolver para ser um produto?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2019-10-31T19:48:33Z</dcterms:created>
  <dc:creator>Carina Dorneles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</Properties>
</file>